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9"/>
    <p:restoredTop sz="94684"/>
  </p:normalViewPr>
  <p:slideViewPr>
    <p:cSldViewPr snapToGrid="0">
      <p:cViewPr varScale="1">
        <p:scale>
          <a:sx n="162" d="100"/>
          <a:sy n="162" d="100"/>
        </p:scale>
        <p:origin x="1344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DD12-B930-6835-0CE3-91D9D9C25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A4201-59C4-92C3-E729-54AC24549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D6627-BA4D-1D83-365D-ACFCC083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A60A-8C56-8379-5063-30BD1D53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76CE5-D79E-A964-DB9E-BB6655063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BB7A1-8013-F932-75B6-45CE5611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E0238-7C7F-C0E1-5499-B18C0F8E4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D2C37-7A9E-AD0F-007C-D0C1E6A2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80A5A-B390-00C9-C465-9094B8FC6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0DEEF-D4BD-786A-E6E2-FD554A2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1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7306-D374-E0D4-CE38-70402129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D6F6F-9FAF-7041-F0AC-DED61FA5F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3D51F-F13B-A6B1-1058-2BBA7A18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CDA8-0748-9890-D018-D472919C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35A85-1EF9-0FD5-6163-C0506C1C6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5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1D4F-CA73-AA43-265A-1D0AE3BB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91B9-E866-4EA4-4540-AB2CB7EC8B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DE009-ACE0-1FEC-0BB1-0A7D44D1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53194-86EE-3833-B7AC-89A760B3C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43612-2531-0BCA-84C2-6F565443E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D8D0-68DB-D8FC-98A0-01AFCA93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8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E7CD-A6C6-1DA9-6918-CA463EF2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E9EEA-7B05-BA2E-1DDB-DE3A7A99F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F0E0C-9C18-98B1-58FA-0B930DA4B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1412E8-BB33-A19F-E63C-F23C6EDB3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5B609-5647-9F50-E634-997D36D9A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07123-A1A7-58E1-1E8D-124026C0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446226-DD22-A542-63A4-6E7886E8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2A339-DE1B-EED8-151C-FB7537ED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41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6F51-A8A1-6269-FE84-21319B35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05413D-598F-906E-BBE2-38A52D9C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48BC3-974F-50E8-0044-579B85C6C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46AE7-A85C-601A-69F8-C054EB4FD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0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77FD1-AB8F-30F4-E462-AAEB982A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E1C4A-E140-582B-9705-1A2A531C6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258D4-F469-213E-776F-830B43EB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4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119C5-2E78-FAC2-D035-829F76F5A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CF96-3AED-E7F8-9BED-6FE2001F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4DBAC-F6D3-9DDE-879B-081A21B8B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8A242-1F73-DF2A-10A7-6B2D1C7D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2A5F7-90A7-5B90-5058-DDD3FDA8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755EF-43C3-99BC-7828-9420DBCA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8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0EDF-00DF-5A1C-A008-89585CCA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B3A5F-45CE-898D-4B19-7B5B84689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6D590-729A-7D90-E561-FD29BAB6E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8FA33-978D-590D-A2AC-0AE70717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6A393-9470-AC68-56E5-CE11FF94B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334FA-CE32-EF4A-F166-445A9996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9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ACE42-8F69-2059-9877-FF39C44F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D677EA-E594-0C57-3ACC-82F5445EC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41EF-FD77-ABA7-D3DF-F019E492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FD20A-901B-A762-0EA5-5B7DA664A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54E6-523A-D71D-CA07-2E95A1692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9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66F80-6566-AC97-2591-7199CE067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C3C83-FB6B-352F-A10B-45990FEFF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CADEC-A024-87FB-803A-CD40A62B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02DD7-406C-37A0-9477-9B1974FB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FBCB4-6B8F-47C6-9600-707210E0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17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11363-48DF-45A2-44B4-5ED59BEEA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B07CB-44B3-97E9-596D-DAC6B5AF9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A3B09-5990-8810-CA34-433BB2DC9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ED4ED-F09F-8E42-B980-10752D2EBCC6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AF18E-AA2A-7D07-3546-75B8B412D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3E278-31C5-F865-EF4C-114AAADA3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471C3-533E-2544-B728-5579B9580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3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8B9BA7-69E9-3555-808A-B91A604606A8}"/>
              </a:ext>
            </a:extLst>
          </p:cNvPr>
          <p:cNvSpPr>
            <a:spLocks noChangeAspect="1"/>
          </p:cNvSpPr>
          <p:nvPr/>
        </p:nvSpPr>
        <p:spPr>
          <a:xfrm>
            <a:off x="4953000" y="457005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Revenue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ECC93A-3078-2246-6961-98A8DBBE0022}"/>
              </a:ext>
            </a:extLst>
          </p:cNvPr>
          <p:cNvSpPr>
            <a:spLocks noChangeAspect="1"/>
          </p:cNvSpPr>
          <p:nvPr/>
        </p:nvSpPr>
        <p:spPr>
          <a:xfrm>
            <a:off x="2886999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Bargaining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D54907-6513-1144-9D68-6A2316E7855D}"/>
              </a:ext>
            </a:extLst>
          </p:cNvPr>
          <p:cNvSpPr>
            <a:spLocks noChangeAspect="1"/>
          </p:cNvSpPr>
          <p:nvPr/>
        </p:nvSpPr>
        <p:spPr>
          <a:xfrm>
            <a:off x="7019001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Domestic Industry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36F1D7F2-44F3-A6F9-7F84-6E54C9E847CF}"/>
              </a:ext>
            </a:extLst>
          </p:cNvPr>
          <p:cNvSpPr/>
          <p:nvPr/>
        </p:nvSpPr>
        <p:spPr>
          <a:xfrm rot="18195400">
            <a:off x="4253807" y="3176905"/>
            <a:ext cx="1645920" cy="3657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2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F5C27-9FCD-8D4A-B6AE-680708E3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6C6AFB0-2692-F996-47B6-0426419219E6}"/>
              </a:ext>
            </a:extLst>
          </p:cNvPr>
          <p:cNvSpPr>
            <a:spLocks noChangeAspect="1"/>
          </p:cNvSpPr>
          <p:nvPr/>
        </p:nvSpPr>
        <p:spPr>
          <a:xfrm>
            <a:off x="4953000" y="457005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Revenue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B56C7B3-B605-62F5-B723-C4BF76AC8C1C}"/>
              </a:ext>
            </a:extLst>
          </p:cNvPr>
          <p:cNvSpPr>
            <a:spLocks noChangeAspect="1"/>
          </p:cNvSpPr>
          <p:nvPr/>
        </p:nvSpPr>
        <p:spPr>
          <a:xfrm>
            <a:off x="2886999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Bargaining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97EA6C-E9EE-4EFC-3A3D-6682AFDB8B2C}"/>
              </a:ext>
            </a:extLst>
          </p:cNvPr>
          <p:cNvSpPr>
            <a:spLocks noChangeAspect="1"/>
          </p:cNvSpPr>
          <p:nvPr/>
        </p:nvSpPr>
        <p:spPr>
          <a:xfrm>
            <a:off x="7019001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Domestic Industry</a:t>
            </a:r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BF799CFC-2EDE-751E-328B-F6A26DA0EF72}"/>
              </a:ext>
            </a:extLst>
          </p:cNvPr>
          <p:cNvSpPr/>
          <p:nvPr/>
        </p:nvSpPr>
        <p:spPr>
          <a:xfrm rot="3404600" flipH="1">
            <a:off x="6292273" y="3176906"/>
            <a:ext cx="1645920" cy="3657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9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51D09-234B-5C10-C73B-75ACE68A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978FD32-C4A7-FF3B-2C5F-41108E53394F}"/>
              </a:ext>
            </a:extLst>
          </p:cNvPr>
          <p:cNvSpPr>
            <a:spLocks noChangeAspect="1"/>
          </p:cNvSpPr>
          <p:nvPr/>
        </p:nvSpPr>
        <p:spPr>
          <a:xfrm>
            <a:off x="4953000" y="457005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Revenue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44C95C0-7D27-47A8-25C1-B08CC5F11F9C}"/>
              </a:ext>
            </a:extLst>
          </p:cNvPr>
          <p:cNvSpPr>
            <a:spLocks noChangeAspect="1"/>
          </p:cNvSpPr>
          <p:nvPr/>
        </p:nvSpPr>
        <p:spPr>
          <a:xfrm>
            <a:off x="2886999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Bargaining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D169473-3C48-59D5-9E52-05C9FD2C65A4}"/>
              </a:ext>
            </a:extLst>
          </p:cNvPr>
          <p:cNvSpPr>
            <a:spLocks noChangeAspect="1"/>
          </p:cNvSpPr>
          <p:nvPr/>
        </p:nvSpPr>
        <p:spPr>
          <a:xfrm>
            <a:off x="7019001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Domestic Industry</a:t>
            </a:r>
          </a:p>
        </p:txBody>
      </p:sp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81F430F3-BD6F-9A9C-FB31-2652F0FD83B5}"/>
              </a:ext>
            </a:extLst>
          </p:cNvPr>
          <p:cNvSpPr/>
          <p:nvPr/>
        </p:nvSpPr>
        <p:spPr>
          <a:xfrm flipH="1">
            <a:off x="5273040" y="4892233"/>
            <a:ext cx="1645920" cy="3657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40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60812-1EB7-433B-894A-DD89CCD50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CCA0305-05B9-EA26-1416-8176D778F192}"/>
              </a:ext>
            </a:extLst>
          </p:cNvPr>
          <p:cNvSpPr>
            <a:spLocks noChangeAspect="1"/>
          </p:cNvSpPr>
          <p:nvPr/>
        </p:nvSpPr>
        <p:spPr>
          <a:xfrm>
            <a:off x="4953000" y="457005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Revenue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FD771B-10D0-E913-C138-2D32AF61D125}"/>
              </a:ext>
            </a:extLst>
          </p:cNvPr>
          <p:cNvSpPr>
            <a:spLocks noChangeAspect="1"/>
          </p:cNvSpPr>
          <p:nvPr/>
        </p:nvSpPr>
        <p:spPr>
          <a:xfrm>
            <a:off x="2886999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Bargaining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8B0BF2-F39E-F682-2232-17C6BD7AEA76}"/>
              </a:ext>
            </a:extLst>
          </p:cNvPr>
          <p:cNvSpPr>
            <a:spLocks noChangeAspect="1"/>
          </p:cNvSpPr>
          <p:nvPr/>
        </p:nvSpPr>
        <p:spPr>
          <a:xfrm>
            <a:off x="7019001" y="3932113"/>
            <a:ext cx="2286000" cy="228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Domestic Industry</a:t>
            </a:r>
          </a:p>
        </p:txBody>
      </p:sp>
      <p:sp>
        <p:nvSpPr>
          <p:cNvPr id="7" name="Left-Right Arrow 6">
            <a:extLst>
              <a:ext uri="{FF2B5EF4-FFF2-40B4-BE49-F238E27FC236}">
                <a16:creationId xmlns:a16="http://schemas.microsoft.com/office/drawing/2014/main" id="{F3E9BBD9-2A44-9BC8-9AD6-96F815B67A2A}"/>
              </a:ext>
            </a:extLst>
          </p:cNvPr>
          <p:cNvSpPr/>
          <p:nvPr/>
        </p:nvSpPr>
        <p:spPr>
          <a:xfrm rot="18195400">
            <a:off x="4253807" y="3176905"/>
            <a:ext cx="1645920" cy="3657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A0A12C3C-BF4E-EB47-20C8-16D8B40738D3}"/>
              </a:ext>
            </a:extLst>
          </p:cNvPr>
          <p:cNvSpPr/>
          <p:nvPr/>
        </p:nvSpPr>
        <p:spPr>
          <a:xfrm rot="3404600" flipH="1">
            <a:off x="6292273" y="3176906"/>
            <a:ext cx="1645920" cy="3657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2D036759-E00B-6037-EDC1-A61E5DE56FF6}"/>
              </a:ext>
            </a:extLst>
          </p:cNvPr>
          <p:cNvSpPr/>
          <p:nvPr/>
        </p:nvSpPr>
        <p:spPr>
          <a:xfrm flipH="1">
            <a:off x="5273040" y="4892233"/>
            <a:ext cx="1645920" cy="365760"/>
          </a:xfrm>
          <a:prstGeom prst="left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32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16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Flynn</dc:creator>
  <cp:lastModifiedBy>Michael Flynn</cp:lastModifiedBy>
  <cp:revision>2</cp:revision>
  <dcterms:created xsi:type="dcterms:W3CDTF">2025-11-13T01:00:22Z</dcterms:created>
  <dcterms:modified xsi:type="dcterms:W3CDTF">2025-11-13T15:39:34Z</dcterms:modified>
</cp:coreProperties>
</file>